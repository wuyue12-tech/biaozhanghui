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7089a82d9a4810" /><Relationship Type="http://schemas.openxmlformats.org/officeDocument/2006/relationships/extended-properties" Target="/docProps/app.xml" Id="R8ee1600c7c094fd8" /><Relationship Type="http://schemas.openxmlformats.org/officeDocument/2006/relationships/officeDocument" Target="/ppt/presentation.xml" Id="R778aa82d7d91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26213569f4d9d"/>
  </p:sldMasterIdLst>
  <p:notesMasterIdLst>
    <p:notesMasterId xmlns:r="http://schemas.openxmlformats.org/officeDocument/2006/relationships" r:id="R676e561da2fa44c4"/>
  </p:notesMasterIdLst>
  <p:sldIdLst>
    <p:sldId xmlns:r="http://schemas.openxmlformats.org/officeDocument/2006/relationships" id="256" r:id="Rae51c03e54ac47dd"/>
    <p:sldId xmlns:r="http://schemas.openxmlformats.org/officeDocument/2006/relationships" id="257" r:id="R9147681f163f40f1"/>
    <p:sldId xmlns:r="http://schemas.openxmlformats.org/officeDocument/2006/relationships" id="258" r:id="Re3bffac8cb5c403b"/>
    <p:sldId xmlns:r="http://schemas.openxmlformats.org/officeDocument/2006/relationships" id="259" r:id="R46d2cdeb65994754"/>
    <p:sldId xmlns:r="http://schemas.openxmlformats.org/officeDocument/2006/relationships" id="260" r:id="Re2db6987b5fe428c"/>
    <p:sldId xmlns:r="http://schemas.openxmlformats.org/officeDocument/2006/relationships" id="261" r:id="R8438a398cdab4ab3"/>
    <p:sldId xmlns:r="http://schemas.openxmlformats.org/officeDocument/2006/relationships" id="262" r:id="Rf82669e1d32d42ae"/>
    <p:sldId xmlns:r="http://schemas.openxmlformats.org/officeDocument/2006/relationships" id="263" r:id="R13d6fb3191964207"/>
    <p:sldId xmlns:r="http://schemas.openxmlformats.org/officeDocument/2006/relationships" id="264" r:id="R4915df28006846a6"/>
    <p:sldId xmlns:r="http://schemas.openxmlformats.org/officeDocument/2006/relationships" id="265" r:id="R8645b388f4bc4838"/>
    <p:sldId xmlns:r="http://schemas.openxmlformats.org/officeDocument/2006/relationships" id="266" r:id="R8090b03483884655"/>
    <p:sldId xmlns:r="http://schemas.openxmlformats.org/officeDocument/2006/relationships" id="267" r:id="R2a8f47ee851e4622"/>
    <p:sldId xmlns:r="http://schemas.openxmlformats.org/officeDocument/2006/relationships" id="268" r:id="Re85f8b0d2dab4b21"/>
    <p:sldId xmlns:r="http://schemas.openxmlformats.org/officeDocument/2006/relationships" id="269" r:id="R746d9a15898d4a8c"/>
    <p:sldId xmlns:r="http://schemas.openxmlformats.org/officeDocument/2006/relationships" id="270" r:id="R032c524c4fb64a2b"/>
    <p:sldId xmlns:r="http://schemas.openxmlformats.org/officeDocument/2006/relationships" id="271" r:id="R04dce9f018784a01"/>
    <p:sldId xmlns:r="http://schemas.openxmlformats.org/officeDocument/2006/relationships" id="272" r:id="Rd912af299a8f410c"/>
    <p:sldId xmlns:r="http://schemas.openxmlformats.org/officeDocument/2006/relationships" id="273" r:id="Rf219a4b5166d43b0"/>
    <p:sldId xmlns:r="http://schemas.openxmlformats.org/officeDocument/2006/relationships" id="274" r:id="R6ff9c9ed37ee43c1"/>
    <p:sldId xmlns:r="http://schemas.openxmlformats.org/officeDocument/2006/relationships" id="275" r:id="Rd0bee3d08df84db3"/>
    <p:sldId xmlns:r="http://schemas.openxmlformats.org/officeDocument/2006/relationships" id="276" r:id="Ra3c415ec661e41d1"/>
    <p:sldId xmlns:r="http://schemas.openxmlformats.org/officeDocument/2006/relationships" id="277" r:id="Re2951c03dbc84aa3"/>
    <p:sldId xmlns:r="http://schemas.openxmlformats.org/officeDocument/2006/relationships" id="278" r:id="R4c7a64d8a2414283"/>
    <p:sldId xmlns:r="http://schemas.openxmlformats.org/officeDocument/2006/relationships" id="279" r:id="Rcf62e6009eef4325"/>
    <p:sldId xmlns:r="http://schemas.openxmlformats.org/officeDocument/2006/relationships" id="280" r:id="Rff21b6367eaf47a8"/>
    <p:sldId xmlns:r="http://schemas.openxmlformats.org/officeDocument/2006/relationships" id="281" r:id="R90aa2cca949d427f"/>
    <p:sldId xmlns:r="http://schemas.openxmlformats.org/officeDocument/2006/relationships" id="282" r:id="R062648e93c9943fa"/>
    <p:sldId xmlns:r="http://schemas.openxmlformats.org/officeDocument/2006/relationships" id="283" r:id="R30771cc1e297480a"/>
    <p:sldId xmlns:r="http://schemas.openxmlformats.org/officeDocument/2006/relationships" id="284" r:id="Rcb09fc9bdef44223"/>
    <p:sldId xmlns:r="http://schemas.openxmlformats.org/officeDocument/2006/relationships" id="285" r:id="R0a2d5d48d4164e7b"/>
    <p:sldId xmlns:r="http://schemas.openxmlformats.org/officeDocument/2006/relationships" id="286" r:id="R1896c6c2a6414cc6"/>
    <p:sldId xmlns:r="http://schemas.openxmlformats.org/officeDocument/2006/relationships" id="287" r:id="R59c10c65df8f45de"/>
    <p:sldId xmlns:r="http://schemas.openxmlformats.org/officeDocument/2006/relationships" id="288" r:id="R27bb6547de094d05"/>
    <p:sldId xmlns:r="http://schemas.openxmlformats.org/officeDocument/2006/relationships" id="289" r:id="Red3c7b76c7244786"/>
    <p:sldId xmlns:r="http://schemas.openxmlformats.org/officeDocument/2006/relationships" id="290" r:id="R9b9be636361842f7"/>
    <p:sldId xmlns:r="http://schemas.openxmlformats.org/officeDocument/2006/relationships" id="291" r:id="R5815219c773c40ad"/>
    <p:sldId xmlns:r="http://schemas.openxmlformats.org/officeDocument/2006/relationships" id="292" r:id="R19e776b1ad974621"/>
    <p:sldId xmlns:r="http://schemas.openxmlformats.org/officeDocument/2006/relationships" id="293" r:id="Red4ad71dea2d4fb3"/>
    <p:sldId xmlns:r="http://schemas.openxmlformats.org/officeDocument/2006/relationships" id="294" r:id="R08cc703442d1463d"/>
    <p:sldId xmlns:r="http://schemas.openxmlformats.org/officeDocument/2006/relationships" id="295" r:id="R8df9dd136ed44c7c"/>
    <p:sldId xmlns:r="http://schemas.openxmlformats.org/officeDocument/2006/relationships" id="296" r:id="Rcbcd6e51fabb499e"/>
    <p:sldId xmlns:r="http://schemas.openxmlformats.org/officeDocument/2006/relationships" id="297" r:id="Rad57269d197442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4bb72ba904794" /><Relationship Type="http://schemas.openxmlformats.org/officeDocument/2006/relationships/slideMaster" Target="/ppt/slideMasters/slideMaster1.xml" Id="R1c526213569f4d9d" /><Relationship Type="http://schemas.openxmlformats.org/officeDocument/2006/relationships/notesMaster" Target="/ppt/notesMasters/notesMaster1.xml" Id="R676e561da2fa44c4" /><Relationship Type="http://schemas.openxmlformats.org/officeDocument/2006/relationships/presProps" Target="/ppt/presProps.xml" Id="R3e3fc79a8c384e3a" /><Relationship Type="http://schemas.openxmlformats.org/officeDocument/2006/relationships/tableStyles" Target="/ppt/tableStyles.xml" Id="R5295d80af06f4f5a" /><Relationship Type="http://schemas.openxmlformats.org/officeDocument/2006/relationships/slide" Target="/ppt/slides/slide1.xml" Id="Rae51c03e54ac47dd" /><Relationship Type="http://schemas.openxmlformats.org/officeDocument/2006/relationships/slide" Target="/ppt/slides/slide2.xml" Id="R9147681f163f40f1" /><Relationship Type="http://schemas.openxmlformats.org/officeDocument/2006/relationships/slide" Target="/ppt/slides/slide3.xml" Id="Re3bffac8cb5c403b" /><Relationship Type="http://schemas.openxmlformats.org/officeDocument/2006/relationships/slide" Target="/ppt/slides/slide4.xml" Id="R46d2cdeb65994754" /><Relationship Type="http://schemas.openxmlformats.org/officeDocument/2006/relationships/slide" Target="/ppt/slides/slide5.xml" Id="Re2db6987b5fe428c" /><Relationship Type="http://schemas.openxmlformats.org/officeDocument/2006/relationships/slide" Target="/ppt/slides/slide6.xml" Id="R8438a398cdab4ab3" /><Relationship Type="http://schemas.openxmlformats.org/officeDocument/2006/relationships/slide" Target="/ppt/slides/slide7.xml" Id="Rf82669e1d32d42ae" /><Relationship Type="http://schemas.openxmlformats.org/officeDocument/2006/relationships/slide" Target="/ppt/slides/slide8.xml" Id="R13d6fb3191964207" /><Relationship Type="http://schemas.openxmlformats.org/officeDocument/2006/relationships/slide" Target="/ppt/slides/slide9.xml" Id="R4915df28006846a6" /><Relationship Type="http://schemas.openxmlformats.org/officeDocument/2006/relationships/slide" Target="/ppt/slides/slide10.xml" Id="R8645b388f4bc4838" /><Relationship Type="http://schemas.openxmlformats.org/officeDocument/2006/relationships/slide" Target="/ppt/slides/slide11.xml" Id="R8090b03483884655" /><Relationship Type="http://schemas.openxmlformats.org/officeDocument/2006/relationships/slide" Target="/ppt/slides/slide12.xml" Id="R2a8f47ee851e4622" /><Relationship Type="http://schemas.openxmlformats.org/officeDocument/2006/relationships/slide" Target="/ppt/slides/slide13.xml" Id="Re85f8b0d2dab4b21" /><Relationship Type="http://schemas.openxmlformats.org/officeDocument/2006/relationships/slide" Target="/ppt/slides/slide14.xml" Id="R746d9a15898d4a8c" /><Relationship Type="http://schemas.openxmlformats.org/officeDocument/2006/relationships/slide" Target="/ppt/slides/slide15.xml" Id="R032c524c4fb64a2b" /><Relationship Type="http://schemas.openxmlformats.org/officeDocument/2006/relationships/slide" Target="/ppt/slides/slide16.xml" Id="R04dce9f018784a01" /><Relationship Type="http://schemas.openxmlformats.org/officeDocument/2006/relationships/slide" Target="/ppt/slides/slide17.xml" Id="Rd912af299a8f410c" /><Relationship Type="http://schemas.openxmlformats.org/officeDocument/2006/relationships/slide" Target="/ppt/slides/slide18.xml" Id="Rf219a4b5166d43b0" /><Relationship Type="http://schemas.openxmlformats.org/officeDocument/2006/relationships/slide" Target="/ppt/slides/slide19.xml" Id="R6ff9c9ed37ee43c1" /><Relationship Type="http://schemas.openxmlformats.org/officeDocument/2006/relationships/slide" Target="/ppt/slides/slide20.xml" Id="Rd0bee3d08df84db3" /><Relationship Type="http://schemas.openxmlformats.org/officeDocument/2006/relationships/slide" Target="/ppt/slides/slide21.xml" Id="Ra3c415ec661e41d1" /><Relationship Type="http://schemas.openxmlformats.org/officeDocument/2006/relationships/slide" Target="/ppt/slides/slide22.xml" Id="Re2951c03dbc84aa3" /><Relationship Type="http://schemas.openxmlformats.org/officeDocument/2006/relationships/slide" Target="/ppt/slides/slide23.xml" Id="R4c7a64d8a2414283" /><Relationship Type="http://schemas.openxmlformats.org/officeDocument/2006/relationships/slide" Target="/ppt/slides/slide24.xml" Id="Rcf62e6009eef4325" /><Relationship Type="http://schemas.openxmlformats.org/officeDocument/2006/relationships/slide" Target="/ppt/slides/slide25.xml" Id="Rff21b6367eaf47a8" /><Relationship Type="http://schemas.openxmlformats.org/officeDocument/2006/relationships/slide" Target="/ppt/slides/slide26.xml" Id="R90aa2cca949d427f" /><Relationship Type="http://schemas.openxmlformats.org/officeDocument/2006/relationships/slide" Target="/ppt/slides/slide27.xml" Id="R062648e93c9943fa" /><Relationship Type="http://schemas.openxmlformats.org/officeDocument/2006/relationships/slide" Target="/ppt/slides/slide28.xml" Id="R30771cc1e297480a" /><Relationship Type="http://schemas.openxmlformats.org/officeDocument/2006/relationships/slide" Target="/ppt/slides/slide29.xml" Id="Rcb09fc9bdef44223" /><Relationship Type="http://schemas.openxmlformats.org/officeDocument/2006/relationships/slide" Target="/ppt/slides/slide30.xml" Id="R0a2d5d48d4164e7b" /><Relationship Type="http://schemas.openxmlformats.org/officeDocument/2006/relationships/slide" Target="/ppt/slides/slide31.xml" Id="R1896c6c2a6414cc6" /><Relationship Type="http://schemas.openxmlformats.org/officeDocument/2006/relationships/slide" Target="/ppt/slides/slide32.xml" Id="R59c10c65df8f45de" /><Relationship Type="http://schemas.openxmlformats.org/officeDocument/2006/relationships/slide" Target="/ppt/slides/slide33.xml" Id="R27bb6547de094d05" /><Relationship Type="http://schemas.openxmlformats.org/officeDocument/2006/relationships/slide" Target="/ppt/slides/slide34.xml" Id="Red3c7b76c7244786" /><Relationship Type="http://schemas.openxmlformats.org/officeDocument/2006/relationships/slide" Target="/ppt/slides/slide35.xml" Id="R9b9be636361842f7" /><Relationship Type="http://schemas.openxmlformats.org/officeDocument/2006/relationships/slide" Target="/ppt/slides/slide36.xml" Id="R5815219c773c40ad" /><Relationship Type="http://schemas.openxmlformats.org/officeDocument/2006/relationships/slide" Target="/ppt/slides/slide37.xml" Id="R19e776b1ad974621" /><Relationship Type="http://schemas.openxmlformats.org/officeDocument/2006/relationships/slide" Target="/ppt/slides/slide38.xml" Id="Red4ad71dea2d4fb3" /><Relationship Type="http://schemas.openxmlformats.org/officeDocument/2006/relationships/slide" Target="/ppt/slides/slide39.xml" Id="R08cc703442d1463d" /><Relationship Type="http://schemas.openxmlformats.org/officeDocument/2006/relationships/slide" Target="/ppt/slides/slide40.xml" Id="R8df9dd136ed44c7c" /><Relationship Type="http://schemas.openxmlformats.org/officeDocument/2006/relationships/slide" Target="/ppt/slides/slide41.xml" Id="Rcbcd6e51fabb499e" /><Relationship Type="http://schemas.openxmlformats.org/officeDocument/2006/relationships/slide" Target="/ppt/slides/slide42.xml" Id="Rad57269d197442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d52b47d01c42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0" dist="67352" dir="2700000">
              <a:srgbClr val="111111"/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1a1d735624b90" /><Relationship Type="http://schemas.openxmlformats.org/officeDocument/2006/relationships/notesMaster" Target="/ppt/notesMasters/notesMaster1.xml" Id="R0160132cdce749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d82c33e224e4c" /><Relationship Type="http://schemas.openxmlformats.org/officeDocument/2006/relationships/notesMaster" Target="/ppt/notesMasters/notesMaster1.xml" Id="Re024b9acb43542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5a59f614647ad" /><Relationship Type="http://schemas.openxmlformats.org/officeDocument/2006/relationships/notesMaster" Target="/ppt/notesMasters/notesMaster1.xml" Id="R701054c914fc44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6b158b3e744a75" /><Relationship Type="http://schemas.openxmlformats.org/officeDocument/2006/relationships/notesMaster" Target="/ppt/notesMasters/notesMaster1.xml" Id="R83194a89396a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8d4ca100c4125" /><Relationship Type="http://schemas.openxmlformats.org/officeDocument/2006/relationships/notesMaster" Target="/ppt/notesMasters/notesMaster1.xml" Id="Ra28d90cfc9b444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2799b466324848" /><Relationship Type="http://schemas.openxmlformats.org/officeDocument/2006/relationships/notesMaster" Target="/ppt/notesMasters/notesMaster1.xml" Id="R76de7f19a7bf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0d252173ce401b" /><Relationship Type="http://schemas.openxmlformats.org/officeDocument/2006/relationships/notesMaster" Target="/ppt/notesMasters/notesMaster1.xml" Id="Rc78c8498c2ff4d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5443ce96a45bc" /><Relationship Type="http://schemas.openxmlformats.org/officeDocument/2006/relationships/notesMaster" Target="/ppt/notesMasters/notesMaster1.xml" Id="R2f086bee858546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987051f5874c30" /><Relationship Type="http://schemas.openxmlformats.org/officeDocument/2006/relationships/notesMaster" Target="/ppt/notesMasters/notesMaster1.xml" Id="R422d2d382b0249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3e689a878c494c" /><Relationship Type="http://schemas.openxmlformats.org/officeDocument/2006/relationships/notesMaster" Target="/ppt/notesMasters/notesMaster1.xml" Id="Raaeb558a371345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aba94eb1e943d7" /><Relationship Type="http://schemas.openxmlformats.org/officeDocument/2006/relationships/notesMaster" Target="/ppt/notesMasters/notesMaster1.xml" Id="Rc9a218df96ef47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fe11002b4b427b" /><Relationship Type="http://schemas.openxmlformats.org/officeDocument/2006/relationships/notesMaster" Target="/ppt/notesMasters/notesMaster1.xml" Id="R2da19b083abc47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8d5457e1e34946" /><Relationship Type="http://schemas.openxmlformats.org/officeDocument/2006/relationships/notesMaster" Target="/ppt/notesMasters/notesMaster1.xml" Id="Rd93a6a3c18384b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91a50c31444e8f" /><Relationship Type="http://schemas.openxmlformats.org/officeDocument/2006/relationships/notesMaster" Target="/ppt/notesMasters/notesMaster1.xml" Id="R7af12ba0e53a40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c1e77f0312440b" /><Relationship Type="http://schemas.openxmlformats.org/officeDocument/2006/relationships/notesMaster" Target="/ppt/notesMasters/notesMaster1.xml" Id="R962ade48d2304e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e2465ebfe845f8" /><Relationship Type="http://schemas.openxmlformats.org/officeDocument/2006/relationships/notesMaster" Target="/ppt/notesMasters/notesMaster1.xml" Id="Rbd47e1c23e314c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1367e94c5e436a" /><Relationship Type="http://schemas.openxmlformats.org/officeDocument/2006/relationships/notesMaster" Target="/ppt/notesMasters/notesMaster1.xml" Id="Rd92da16b1ce643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3a00d51be74444" /><Relationship Type="http://schemas.openxmlformats.org/officeDocument/2006/relationships/notesMaster" Target="/ppt/notesMasters/notesMaster1.xml" Id="Rda8c599d3c624a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16c1958dd54f7b" /><Relationship Type="http://schemas.openxmlformats.org/officeDocument/2006/relationships/notesMaster" Target="/ppt/notesMasters/notesMaster1.xml" Id="R9b729ea49f0348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9c17f4082d4c22" /><Relationship Type="http://schemas.openxmlformats.org/officeDocument/2006/relationships/notesMaster" Target="/ppt/notesMasters/notesMaster1.xml" Id="R315bf5cdd8e94b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cbc28a516049f8" /><Relationship Type="http://schemas.openxmlformats.org/officeDocument/2006/relationships/notesMaster" Target="/ppt/notesMasters/notesMaster1.xml" Id="R3d19c432e58747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99549f8ec0c418c" /><Relationship Type="http://schemas.openxmlformats.org/officeDocument/2006/relationships/notesMaster" Target="/ppt/notesMasters/notesMaster1.xml" Id="R2a91b3c9eef641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24a1818b84442f" /><Relationship Type="http://schemas.openxmlformats.org/officeDocument/2006/relationships/notesMaster" Target="/ppt/notesMasters/notesMaster1.xml" Id="Rc5acba12fcd54d5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c546947190427d" /><Relationship Type="http://schemas.openxmlformats.org/officeDocument/2006/relationships/notesMaster" Target="/ppt/notesMasters/notesMaster1.xml" Id="Rc6aa6b58e189402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77df22c789446c5" /><Relationship Type="http://schemas.openxmlformats.org/officeDocument/2006/relationships/notesMaster" Target="/ppt/notesMasters/notesMaster1.xml" Id="Rf8976fef05764c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ce6dcb9b194b84" /><Relationship Type="http://schemas.openxmlformats.org/officeDocument/2006/relationships/notesMaster" Target="/ppt/notesMasters/notesMaster1.xml" Id="R88187367424146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8118a9bc624724" /><Relationship Type="http://schemas.openxmlformats.org/officeDocument/2006/relationships/notesMaster" Target="/ppt/notesMasters/notesMaster1.xml" Id="Rc495e05df0334e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b06e622b37546f2" /><Relationship Type="http://schemas.openxmlformats.org/officeDocument/2006/relationships/notesMaster" Target="/ppt/notesMasters/notesMaster1.xml" Id="R7b565d69b6d04ae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82de2a29b494056" /><Relationship Type="http://schemas.openxmlformats.org/officeDocument/2006/relationships/notesMaster" Target="/ppt/notesMasters/notesMaster1.xml" Id="R538c1992e2f0473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0b387d8bc1f45de" /><Relationship Type="http://schemas.openxmlformats.org/officeDocument/2006/relationships/notesMaster" Target="/ppt/notesMasters/notesMaster1.xml" Id="R0939ee4ac18046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5bfcabb5a6a4f8c" /><Relationship Type="http://schemas.openxmlformats.org/officeDocument/2006/relationships/notesMaster" Target="/ppt/notesMasters/notesMaster1.xml" Id="R0f09df8222e440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3ce45b3b004f7f" /><Relationship Type="http://schemas.openxmlformats.org/officeDocument/2006/relationships/notesMaster" Target="/ppt/notesMasters/notesMaster1.xml" Id="R1f8bd371cc6b48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859f8aef444e17" /><Relationship Type="http://schemas.openxmlformats.org/officeDocument/2006/relationships/notesMaster" Target="/ppt/notesMasters/notesMaster1.xml" Id="R31f4d5f1275248f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5bc5b628ea4f2c" /><Relationship Type="http://schemas.openxmlformats.org/officeDocument/2006/relationships/notesMaster" Target="/ppt/notesMasters/notesMaster1.xml" Id="R3c2bf0d0c3cc471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1edf27a82b74dd5" /><Relationship Type="http://schemas.openxmlformats.org/officeDocument/2006/relationships/notesMaster" Target="/ppt/notesMasters/notesMaster1.xml" Id="Rd6fc10e18d8b4a2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2ac010777e6401b" /><Relationship Type="http://schemas.openxmlformats.org/officeDocument/2006/relationships/notesMaster" Target="/ppt/notesMasters/notesMaster1.xml" Id="R181990a7396b43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1a4d149e6994c21" /><Relationship Type="http://schemas.openxmlformats.org/officeDocument/2006/relationships/notesMaster" Target="/ppt/notesMasters/notesMaster1.xml" Id="Rba37ee439ec34b0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3379e066e7d4f4e" /><Relationship Type="http://schemas.openxmlformats.org/officeDocument/2006/relationships/notesMaster" Target="/ppt/notesMasters/notesMaster1.xml" Id="R882af629b60a4d6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38f90623e7e4dc2" /><Relationship Type="http://schemas.openxmlformats.org/officeDocument/2006/relationships/notesMaster" Target="/ppt/notesMasters/notesMaster1.xml" Id="R701efe87ab844a7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dade633b50a43c2" /><Relationship Type="http://schemas.openxmlformats.org/officeDocument/2006/relationships/notesMaster" Target="/ppt/notesMasters/notesMaster1.xml" Id="Rbc60541617f7453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81076486c904a45" /><Relationship Type="http://schemas.openxmlformats.org/officeDocument/2006/relationships/notesMaster" Target="/ppt/notesMasters/notesMaster1.xml" Id="R81ee640a946645c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f6e466ea5d24d74" /><Relationship Type="http://schemas.openxmlformats.org/officeDocument/2006/relationships/notesMaster" Target="/ppt/notesMasters/notesMaster1.xml" Id="Rd210af892fc2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本PPT可并入总表彰会PPT。BGM建议由音控单独播放。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主持人用30秒讲完规则。重点只说：倒计时结束，听到抢话筒再上前。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抽10名学生上台。红队站舞台左侧，蓝队站舞台右侧。话筒放中间。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记分员把当前比分告诉主持人。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常规题答对加1分。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记分员把当前比分告诉主持人。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主持人口令：请看题。红队、蓝队，各派一位代表。</a:t>
            </a:r>
          </a:p>
          <a:p xmlns:a="http://schemas.openxmlformats.org/drawingml/2006/main">
            <a:r>
              <a:t>操作：读完题后进入倒计时页。</a:t>
            </a:r>
          </a:p>
          <a:p xmlns:a="http://schemas.openxmlformats.org/drawingml/2006/main">
            <a:r>
              <a:t>终极题答对加2分。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主持人口令：5、4、3、2、1。下一页喊：抢话筒。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主持人口令：抢话筒！拿到话筒后请直接作答。作答后进入公布答案页。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主持人口令：回答正确，加分。请老师现场认证一下。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记分员把当前比分告诉主持人。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68d38abf0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9ad0d19cf40f8" /><Relationship Type="http://schemas.openxmlformats.org/officeDocument/2006/relationships/slideLayout" Target="/ppt/slideLayouts/slideLayout1.xml" Id="R7e7d127edb6d47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d127edb6d47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0" dist="67352" dir="2700000">
              <a:srgbClr val="111111"/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2ac4ed0b0430b" /><Relationship Type="http://schemas.openxmlformats.org/officeDocument/2006/relationships/notesSlide" Target="/ppt/notesSlides/notesSlide1.xml" Id="R91b9a2db9b0b43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abbb64f524e07" /><Relationship Type="http://schemas.openxmlformats.org/officeDocument/2006/relationships/notesSlide" Target="/ppt/notesSlides/notesSlide2.xml" Id="R6233d48dafe3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cb818b9a2472f" /><Relationship Type="http://schemas.openxmlformats.org/officeDocument/2006/relationships/notesSlide" Target="/ppt/notesSlides/notesSlide3.xml" Id="R583d9cfb3f2f45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9b78712b14f32" /><Relationship Type="http://schemas.openxmlformats.org/officeDocument/2006/relationships/notesSlide" Target="/ppt/notesSlides/notesSlide4.xml" Id="R99362f8c538441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a1074ba0f46d1" /><Relationship Type="http://schemas.openxmlformats.org/officeDocument/2006/relationships/notesSlide" Target="/ppt/notesSlides/notesSlide5.xml" Id="Rb102642bb86249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c2f9633a14353" /><Relationship Type="http://schemas.openxmlformats.org/officeDocument/2006/relationships/notesSlide" Target="/ppt/notesSlides/notesSlide6.xml" Id="R87bbf7d542db43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e5b8d6b674084" /><Relationship Type="http://schemas.openxmlformats.org/officeDocument/2006/relationships/notesSlide" Target="/ppt/notesSlides/notesSlide7.xml" Id="R30c2ad9e41c644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4b902e3444272" /><Relationship Type="http://schemas.openxmlformats.org/officeDocument/2006/relationships/notesSlide" Target="/ppt/notesSlides/notesSlide8.xml" Id="Rc7fe9e0452b04e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cd317e21441be" /><Relationship Type="http://schemas.openxmlformats.org/officeDocument/2006/relationships/notesSlide" Target="/ppt/notesSlides/notesSlide9.xml" Id="Rab1f739bad1b46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5f28a36104113" /><Relationship Type="http://schemas.openxmlformats.org/officeDocument/2006/relationships/notesSlide" Target="/ppt/notesSlides/notesSlide10.xml" Id="R0f89c4e0b5d849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713d12d7a4bf9" /><Relationship Type="http://schemas.openxmlformats.org/officeDocument/2006/relationships/notesSlide" Target="/ppt/notesSlides/notesSlide11.xml" Id="R8bec97a821d04d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80361e0c64686" /><Relationship Type="http://schemas.openxmlformats.org/officeDocument/2006/relationships/notesSlide" Target="/ppt/notesSlides/notesSlide12.xml" Id="R56745f927c4a4d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67d18b56e4100" /><Relationship Type="http://schemas.openxmlformats.org/officeDocument/2006/relationships/notesSlide" Target="/ppt/notesSlides/notesSlide13.xml" Id="Rc6ff9179132c49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b5b2bf2864a93" /><Relationship Type="http://schemas.openxmlformats.org/officeDocument/2006/relationships/notesSlide" Target="/ppt/notesSlides/notesSlide14.xml" Id="R7d7195b7877c4d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0717b5fda4417" /><Relationship Type="http://schemas.openxmlformats.org/officeDocument/2006/relationships/notesSlide" Target="/ppt/notesSlides/notesSlide15.xml" Id="Rd8b3e3a5050f41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e5f6a5c8d4bbe" /><Relationship Type="http://schemas.openxmlformats.org/officeDocument/2006/relationships/notesSlide" Target="/ppt/notesSlides/notesSlide16.xml" Id="R3a43cc18be9c46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befccca934c60" /><Relationship Type="http://schemas.openxmlformats.org/officeDocument/2006/relationships/notesSlide" Target="/ppt/notesSlides/notesSlide17.xml" Id="R2017f73fb33a4b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4420dcda948bc" /><Relationship Type="http://schemas.openxmlformats.org/officeDocument/2006/relationships/notesSlide" Target="/ppt/notesSlides/notesSlide18.xml" Id="R6b07fdb4ab7842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871bacaa54102" /><Relationship Type="http://schemas.openxmlformats.org/officeDocument/2006/relationships/notesSlide" Target="/ppt/notesSlides/notesSlide19.xml" Id="R64a969ff54434a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c4de9d7e04446" /><Relationship Type="http://schemas.openxmlformats.org/officeDocument/2006/relationships/notesSlide" Target="/ppt/notesSlides/notesSlide20.xml" Id="R718c0027d6d349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595c5aaf743f7" /><Relationship Type="http://schemas.openxmlformats.org/officeDocument/2006/relationships/notesSlide" Target="/ppt/notesSlides/notesSlide21.xml" Id="R05903d8a320f45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0f055a2ee4fcd" /><Relationship Type="http://schemas.openxmlformats.org/officeDocument/2006/relationships/notesSlide" Target="/ppt/notesSlides/notesSlide22.xml" Id="R1e701a195aad48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b178d301e4990" /><Relationship Type="http://schemas.openxmlformats.org/officeDocument/2006/relationships/notesSlide" Target="/ppt/notesSlides/notesSlide23.xml" Id="R12f2f949c3614d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83b9288ae411e" /><Relationship Type="http://schemas.openxmlformats.org/officeDocument/2006/relationships/notesSlide" Target="/ppt/notesSlides/notesSlide24.xml" Id="R5ba3fe7faa6644d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57a8c61f646a6" /><Relationship Type="http://schemas.openxmlformats.org/officeDocument/2006/relationships/notesSlide" Target="/ppt/notesSlides/notesSlide25.xml" Id="R7d05beba8f364b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ee261be0845da" /><Relationship Type="http://schemas.openxmlformats.org/officeDocument/2006/relationships/notesSlide" Target="/ppt/notesSlides/notesSlide26.xml" Id="Rd22ed75cfe29405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267564fa746ac" /><Relationship Type="http://schemas.openxmlformats.org/officeDocument/2006/relationships/notesSlide" Target="/ppt/notesSlides/notesSlide27.xml" Id="Rfb20d5f2c3244ac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8429582564f5d" /><Relationship Type="http://schemas.openxmlformats.org/officeDocument/2006/relationships/notesSlide" Target="/ppt/notesSlides/notesSlide28.xml" Id="Ra152e8243f9f4d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92acea8d043c7" /><Relationship Type="http://schemas.openxmlformats.org/officeDocument/2006/relationships/notesSlide" Target="/ppt/notesSlides/notesSlide29.xml" Id="R7db8d56c54ea4ea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4040e3b8c4478" /><Relationship Type="http://schemas.openxmlformats.org/officeDocument/2006/relationships/notesSlide" Target="/ppt/notesSlides/notesSlide30.xml" Id="R073e2c1b5d784bd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ddf67f0f14582" /><Relationship Type="http://schemas.openxmlformats.org/officeDocument/2006/relationships/notesSlide" Target="/ppt/notesSlides/notesSlide31.xml" Id="R65bbdace83194d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35dd92a3b4c3b" /><Relationship Type="http://schemas.openxmlformats.org/officeDocument/2006/relationships/notesSlide" Target="/ppt/notesSlides/notesSlide32.xml" Id="R06615e17c7894e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0a71fcb69416f" /><Relationship Type="http://schemas.openxmlformats.org/officeDocument/2006/relationships/notesSlide" Target="/ppt/notesSlides/notesSlide33.xml" Id="R2534419fad1b451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d2d856ff7440c" /><Relationship Type="http://schemas.openxmlformats.org/officeDocument/2006/relationships/notesSlide" Target="/ppt/notesSlides/notesSlide34.xml" Id="R0448cc54497f4d5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6a6ec0f31443d" /><Relationship Type="http://schemas.openxmlformats.org/officeDocument/2006/relationships/notesSlide" Target="/ppt/notesSlides/notesSlide35.xml" Id="R59cbb8c3979e4c3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694bdd8764faa" /><Relationship Type="http://schemas.openxmlformats.org/officeDocument/2006/relationships/notesSlide" Target="/ppt/notesSlides/notesSlide36.xml" Id="Re670a1b86177487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751fe3fe1497d" /><Relationship Type="http://schemas.openxmlformats.org/officeDocument/2006/relationships/notesSlide" Target="/ppt/notesSlides/notesSlide37.xml" Id="R06fb3e65d3b04a0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0ade1ff7b499b" /><Relationship Type="http://schemas.openxmlformats.org/officeDocument/2006/relationships/notesSlide" Target="/ppt/notesSlides/notesSlide38.xml" Id="R1c61d02986884bd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00048c1744a8e" /><Relationship Type="http://schemas.openxmlformats.org/officeDocument/2006/relationships/notesSlide" Target="/ppt/notesSlides/notesSlide39.xml" Id="R5c837913125942e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eedc2165b49d1" /><Relationship Type="http://schemas.openxmlformats.org/officeDocument/2006/relationships/notesSlide" Target="/ppt/notesSlides/notesSlide40.xml" Id="R436aa2b1f23d4d6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1f98a8a70415e" /><Relationship Type="http://schemas.openxmlformats.org/officeDocument/2006/relationships/notesSlide" Target="/ppt/notesSlides/notesSlide41.xml" Id="R05b966cfef2145c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8f6b6c5874dc5" /><Relationship Type="http://schemas.openxmlformats.org/officeDocument/2006/relationships/notesSlide" Target="/ppt/notesSlides/notesSlide42.xml" Id="R4cd4375977a845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972F20-97CF-4468-BC10-AECAE03C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1E56D-9500-4371-995A-FEB4F52A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9065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11111"/>
                </a:solidFill>
              </a:defRPr>
            </a:pPr>
            <a:r>
              <a:rPr sz="690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598E-DEE1-4D82-AF35-E2034147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92D20"/>
                </a:solidFill>
              </a:defRPr>
            </a:pPr>
            <a:r>
              <a:rPr sz="3450" b="1">
                <a:solidFill>
                  <a:srgbClr val="D92D20"/>
                </a:solidFill>
              </a:rPr>
              <a:t>抢话筒答题版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32DD4-82F7-414B-B6F8-915395CB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B7280"/>
                </a:solidFill>
              </a:defRPr>
            </a:pPr>
            <a:r>
              <a:rPr sz="2550" b="1">
                <a:solidFill>
                  <a:srgbClr val="6B7280"/>
                </a:solidFill>
              </a:rPr>
              <a:t>两队上台｜倒计时｜抢话筒｜公布答案｜老师认证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9A507-82C5-4F5B-A22A-061D8634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请音控同时播放 teacher_game_bgm.wav</a:t>
            </a:r>
          </a:p>
        </p:txBody>
      </p:sp>
    </p:spTree>
    <p:extLst>
      <p:ext uri="{BB962C8B-B14F-4D97-AF65-F5344CB8AC3E}">
        <p14:creationId xmlns:p14="http://schemas.microsoft.com/office/powerpoint/2010/main" val="1608929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B5BFF-9133-4012-A7C2-E03B7724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1526C-E7DE-437D-9CE8-C2A7A996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游戏规则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8DEE0-2E37-459A-A01F-E3F58B7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vs 蓝队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5A657-5DA7-4326-9B60-C4C6AF50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抽两队人马上台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AAA0D-7C26-42B5-B4D3-36D00F29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70CB6-C2A7-41A6-99B7-E30C8AD6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95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每队5人，红队站左侧，蓝队站右侧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8AD94-D9C7-4EBF-9349-CF078D90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077FA-8478-4EB1-A2D2-6D634066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每题各派1名代表站到抢答线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182C7-065D-4B78-8284-342590D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70299-B87C-43B5-95B8-4DF5DD34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倒计时结束后，主持人喊“抢话筒”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A1556-D2A5-4374-A354-5F19C361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87638-0F2B-46D4-B979-F596C17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先拿到话筒的一队先答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EDEE5-4B7C-4BC9-B675-00B264AD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FA2A9-D02E-43FE-9BDC-601A2727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答对加1分，答错给对方补答一次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EF257-6555-4DAC-BFCF-D413812D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184D9-B012-45E5-8BB9-82F4C743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终极题答对加2分</a:t>
            </a:r>
          </a:p>
        </p:txBody>
      </p:sp>
    </p:spTree>
    <p:extLst>
      <p:ext uri="{BB962C8B-B14F-4D97-AF65-F5344CB8AC3E}">
        <p14:creationId xmlns:p14="http://schemas.microsoft.com/office/powerpoint/2010/main" val="1875218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B691F-3176-4408-A4F5-6572C63C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44E18-176E-48DD-8210-600F4C4D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抽队上台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284EC-60E4-40B9-9D04-9A394C3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每队5人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FB779-1781-4443-A093-1E4778EB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D92D20"/>
                </a:solidFill>
              </a:defRPr>
            </a:pPr>
            <a:r>
              <a:rPr sz="4650" b="1">
                <a:solidFill>
                  <a:srgbClr val="D92D20"/>
                </a:solidFill>
              </a:rPr>
              <a:t>红队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1A06D-28F6-4AB7-B07F-D3661B97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蓝队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795BF-2BC7-4F4B-89DC-2EC279E9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28575">
            <a:solidFill>
              <a:srgbClr val="D92D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8BFAE-93EF-4530-8288-25355034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9200C-D603-4A12-A192-83D6590E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433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2D20"/>
                </a:solidFill>
              </a:defRPr>
            </a:pPr>
            <a:r>
              <a:rPr sz="3750" b="1">
                <a:solidFill>
                  <a:srgbClr val="D92D20"/>
                </a:solidFill>
              </a:rPr>
              <a:t>1  2  3  4  5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B5287-9A5F-4281-A516-3E9FF41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433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1  2  3  4  5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0C677-0795-42B5-8C3E-1BB91C9D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话筒放舞台中央</a:t>
            </a:r>
          </a:p>
        </p:txBody>
      </p:sp>
    </p:spTree>
    <p:extLst>
      <p:ext uri="{BB962C8B-B14F-4D97-AF65-F5344CB8AC3E}">
        <p14:creationId xmlns:p14="http://schemas.microsoft.com/office/powerpoint/2010/main" val="1980959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6585BB-1427-4721-AC1B-8C506420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6A72F-5B22-4F23-A211-C1A1B3FA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Q1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98165-1CF5-4D03-9AE8-7937E087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B71FD-BB30-421B-A89D-8814D81B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9BF60-27B7-4538-BDAB-6A9433C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382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38100">
            <a:solidFill>
              <a:srgbClr val="111111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6692-F8FD-48EA-A8FA-0052EF0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B7280"/>
                </a:solidFill>
              </a:defRPr>
            </a:pPr>
            <a:r>
              <a:rPr sz="2400" b="1">
                <a:solidFill>
                  <a:srgbClr val="6B7280"/>
                </a:solidFill>
              </a:rPr>
              <a:t>assets/q01.jpg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495A3-AB63-46A4-84D0-EF8AC751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素材待替换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2D48E-9D58-40F3-9AE5-F8342DD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B27E3-782C-4730-BE06-94510038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童年照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B1547-D808-490B-B3AB-00923FE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这是哪位老师小时候？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FABD0-31C0-47A1-8F23-9F82EFB0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132CF-E2E3-4671-B869-FED727E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84F0C-21DC-4848-9AE1-E02C30AC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33ECB-E9E8-4ADA-947A-188FB77E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EBB7F-5F51-4214-AC0E-DC39E89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83FE7-9B40-420A-81EA-B7663A0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144BB-E579-4ABA-83B7-F499CE3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AC4FE-9DBD-4D65-A9E2-1EDA865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CFED9-F872-4AB2-B219-EF9EF73E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01EC3-206F-44B0-BC48-82488DA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2CEAE-7593-499A-9A06-3D95E308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BA043-D149-4828-A97C-3A1DB4A0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C9EB5-59F4-4C6C-B84B-FBED5AC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AD8B0-6BF8-49C2-B9C2-9F9C445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AA25FF-F77C-4951-8B6D-D6CE0F52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DAB00-B769-4B5B-B54F-B01D4613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870359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D87EB-7367-4E29-8CB0-BA92BCE8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BDAE9-BB96-45E1-97A3-3D98E570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5C5B9-4809-4DC7-AD60-4946383E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1025668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5263DE-CA49-4CDD-97DD-F59BBB98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A60BA-37EB-4E23-BDBD-31F9F75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56F4E-E4EC-47BF-AB06-C3313477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15576367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4FCBF4-BFCF-4ED7-805F-CC47C141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25CF7-681B-4002-BFBF-CC85542C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Q1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4DEF1-120D-41D9-8238-1C8475F2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39605-B503-47A0-AF4F-23BEE09A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13C34-A707-4197-8A0B-154D1779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0940A-C82F-4274-94F3-F2F63E3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A｜候选1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7886A-2E9B-4DBB-8ED0-E9E0D70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老师起立挥手认证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A96E7-4799-4019-AD52-23DA642C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5F460-5331-4819-ADF2-5F8FD00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134109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4AEDF-9B47-4D84-9245-0F77BD7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0BCAE-E6BC-4ECF-9065-66C2F26D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Q2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2F892-0D66-42A6-86B2-2A41EC8C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18C3D-BFBF-454B-A435-3C741428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261AE-06C2-49FC-8A42-5649548D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388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77F03-7920-4AE2-AC65-E7F228EF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这句话替换成老师真实口头禅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DD084-E86D-41CA-AE85-67FE9A89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64FC9-A5E9-4157-916D-CBFEFBE8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口头禅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FD4D6-6D2F-4C96-B94B-5F4314A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这句口头禅是谁说的？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12ADB-76AC-43B1-AB20-E3F90E7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114CA-FB80-4EAA-9C67-9417336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64CF9-FF47-4A8E-AE97-EDFED2BB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4120B-85EE-4460-886E-BCAEF7F0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6D648-C6F9-4D3E-A8B2-08F3BE96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F7475-3B24-448B-A028-1B924F83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01A3D-0133-418A-BC83-FF201829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3580B-E8C9-40C1-A021-7D6B7C4E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55E78-8B0C-4490-8767-5B9D4319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2D84D-EC6A-4DCC-8C79-D9D2BAB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03539-0A44-4C28-B1CB-92D0206B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26810-4405-4998-9BAF-4F534A8C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417EC-1D0D-40EE-A721-4D1D4FA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FC973-59BE-4A81-8743-39E43AA1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CCF0A-DB0F-4578-8FAA-CDD3A9B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AE4B3-DACF-47E4-8960-BEC1223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1899793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BD023-0CF6-48EC-9FD1-2652490B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C7151-91CF-4B87-A6B3-1E021B5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9B483-2149-47A3-966E-8D123CD4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2139908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9076B-5C3A-442C-B574-43CD966C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02EA3-BB07-45D5-9D73-CC92735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B9800-78AD-46E9-AD49-67581C4D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6156660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EBE35-7A9E-443A-B277-9D491D70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607EA-C900-48C3-9A4D-D370FB9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Q2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1F22D-E403-492C-84D2-2DDDC7FF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0BAAF-03C9-43B1-8CC0-77C74FAA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D13A3-DD51-46C1-8438-70FC747D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37F7B-50D4-4DAD-A77C-C51C9EAC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B｜候选2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0DD56-6B75-423B-B4E9-60656597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老师现场原声复刻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4191E-CD8A-493E-8E85-470EAE94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5C610-2386-4A99-9EE8-DA3D0C29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1620038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616A5-1EDD-405D-9FD5-572CE84B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77C13-7951-4FC4-BE94-1DA657B8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Q3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C74DC-F06F-4084-89DF-73AFB4A6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552CE-6C48-4CD3-AC03-D74AEBEB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6C7C3-7012-43CC-9C1B-057CF9AB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382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38100">
            <a:solidFill>
              <a:srgbClr val="111111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12C72-5BD4-4B47-82B0-18AAA892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B7280"/>
                </a:solidFill>
              </a:defRPr>
            </a:pPr>
            <a:r>
              <a:rPr sz="2400" b="1">
                <a:solidFill>
                  <a:srgbClr val="6B7280"/>
                </a:solidFill>
              </a:rPr>
              <a:t>assets/q03.jpg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DBE21-C6DC-4ACD-91C2-38E026B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素材待替换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CEC71-D54D-4ECF-AD0A-3808E11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A559F-88EE-488F-9B4A-68357FFD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水杯/物品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BCB47-343B-4933-A6B4-C120305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这个物品属于哪位老师？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1D236-2B76-4E78-A01A-0597358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982C5-D6C1-4606-8287-13E8D878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65833-C112-4338-9F4F-67577FE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0A9AC-7E83-4C70-A55F-111BFF5F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90447-E164-41CB-A1B7-858627B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555DF-2136-49B9-B498-4C04930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73B3E-618F-4938-8BBF-E235C28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E5811-C7AB-41D6-B2AA-219F263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BC0C3-6C60-4CAE-A456-AAF0A7B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AA830-61F8-41D5-B7E3-A9032AB2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8125C-4EB9-40B5-994B-F0BCC864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798D8-7783-4B07-B36C-4A7D80F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CA2FF-F992-4C15-AC14-D2AAB1BD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84347-9D0C-438E-8F7B-FF295BEB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89894-E6CE-4F1F-80EC-B09ED3CB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70642-B580-4024-B1AA-C32B8B36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978190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E40E8-8860-4FF9-AAF7-B4A2C17F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C64FF-F90B-4D2A-983B-2E0CA877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29652-97EA-481E-9CA9-E99B8ADC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900441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339A47-7EA6-4A1B-8A96-A1B80BC8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1F5F5-8729-402F-84B7-29F96612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F21FF-C8DA-4CB2-98BC-E4FD32C5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4795666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FBA084-23EE-466C-A2F4-41121FEB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1F1FD-B3B1-4AB0-A0AF-DD7D636D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Q3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2375A-99C4-4D31-91A2-C92ECFAD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C056D-B7EF-49D5-BCBC-C87764B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EEA26-3B04-48C1-AD3B-2D77AD87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19633-922A-42BE-8D15-F671D02B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C｜候选3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6FA3D-FD3F-414C-A8B4-51D5DE29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老师举起同款物品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FA30F-5589-47DD-AE48-77EC30E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F9958-25F0-47DB-A295-9A284A96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12673527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8E851-0292-492D-8BF6-3B4C8214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FAC5-5644-4585-ACD5-AEA8B0BD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Q4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C2CA8-9A27-40E4-99E6-26140452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50925-F47A-4414-9FBF-7D4C54C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67255-3E74-44DB-97DA-B1284E9B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382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38100">
            <a:solidFill>
              <a:srgbClr val="111111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93F53-CA8F-41D2-9290-B8B81F0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B7280"/>
                </a:solidFill>
              </a:defRPr>
            </a:pPr>
            <a:r>
              <a:rPr sz="2400" b="1">
                <a:solidFill>
                  <a:srgbClr val="6B7280"/>
                </a:solidFill>
              </a:rPr>
              <a:t>assets/q04.jpg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1A37A-A7BE-45E0-9AE9-53E4F7FD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素材待替换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9B8BE-0953-4A8B-A013-576A3B3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BE3F3-10C1-4D70-8C13-522099AA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板书/便利贴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DE2B-8AA3-40A7-BE6F-3F8A2841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这张板书/便利贴属于哪位老师？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A7B9B-8B41-4A54-A449-4AAB2344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C9BD7-1DF7-4450-B6F5-AD7C8AA5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B563A-0539-47D0-A055-747DEB52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1B331-BAB6-436F-A755-9567CF50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99293-B842-4B28-B4BC-EF31C087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0E314-8637-41E9-8075-679EBBF4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2B8D5-E1DC-40F7-B43E-9226D6EC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2139F-C800-4E6B-BD69-3ACEC74B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12014-4081-456E-B918-F7F44A9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F2E7D-FE2F-4DB9-B6DA-19082FF0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3A8CC-4259-4C7A-B745-2237120C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68526-5A72-44BF-9CCC-163839BD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AF977-8081-451E-ABC8-C2F851CE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0E3D0-0C36-43CB-9568-6409BE8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FC9A0-3E42-45F5-A51C-DB6BDE9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519FF-F3D7-4F10-9513-A6BF75D8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15298182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8C79D-40B9-42DE-8FB1-A29D80B8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58ADF-0B77-46A4-B717-103AEA6A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052B0-9EB5-4E21-98DF-11D95CC2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8465531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54255-458C-4620-ABBA-21B0DCF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12171-1FD4-4E8A-9EFA-9A75620E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E398E-929B-46C0-9C5F-737D4E5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6457509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F7545A-7889-465B-ABC0-005468FD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8D7D8-4BED-4141-BC5E-C22F4B67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Q4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26460-8FFD-453D-B23E-2B72F41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38198-E7FC-4666-9F23-AB33BE9C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34628-87DD-45D0-B5D0-555799F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4DA32-CEB5-4025-A593-0F838957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D｜候选4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96591-A638-4C50-9B98-3C0C7EC2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老师站起来认领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AF5F1-61F4-4C97-95AA-AAF9900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536B2-E2BD-4D8A-A101-FF4DB06A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18618342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46AEC-637B-49BE-91CC-81431C4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D25E0-BE16-4DAE-9A22-9E42C632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中场比分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5D9AC-FBF0-4308-BD61-4605BD09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记分员报分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E10F4-65E8-47C8-A9B3-2F0D81AD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76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D92D20"/>
                </a:solidFill>
              </a:defRPr>
            </a:pPr>
            <a:r>
              <a:rPr sz="4650" b="1">
                <a:solidFill>
                  <a:srgbClr val="D92D20"/>
                </a:solidFill>
              </a:rPr>
              <a:t>红队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05F34-FB81-4C25-B9E1-35C21ED7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76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蓝队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78400-1E77-4363-B02F-18D3B183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28575">
            <a:solidFill>
              <a:srgbClr val="D92D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B5853-F718-46EA-8DDC-54C53CB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FDC87-E164-4780-92FB-F9333C7B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D92D20"/>
                </a:solidFill>
              </a:defRPr>
            </a:pPr>
            <a:r>
              <a:rPr sz="4950" b="1">
                <a:solidFill>
                  <a:srgbClr val="D92D20"/>
                </a:solidFill>
              </a:rPr>
              <a:t>___ 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50E4F-B97C-4FD3-AF62-25BC4EB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563EB"/>
                </a:solidFill>
              </a:defRPr>
            </a:pPr>
            <a:r>
              <a:rPr sz="4950" b="1">
                <a:solidFill>
                  <a:srgbClr val="2563EB"/>
                </a:solidFill>
              </a:rPr>
              <a:t>___ 分</a:t>
            </a:r>
          </a:p>
        </p:txBody>
      </p:sp>
    </p:spTree>
    <p:extLst>
      <p:ext uri="{BB962C8B-B14F-4D97-AF65-F5344CB8AC3E}">
        <p14:creationId xmlns:p14="http://schemas.microsoft.com/office/powerpoint/2010/main" val="8015505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BD498-EE08-4297-9691-EAC05F3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C42C0-8F33-4442-B9F8-45EF27F2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Q5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2C308-C08B-4214-89EE-5186030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C1B14-F9E5-4CA3-BCF1-DB95C40F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4CCA5-85BF-4D82-A1B5-5394F3B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382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38100">
            <a:solidFill>
              <a:srgbClr val="111111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CBB20-CCB5-4C7C-84DC-D7649B23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B7280"/>
                </a:solidFill>
              </a:defRPr>
            </a:pPr>
            <a:r>
              <a:rPr sz="2400" b="1">
                <a:solidFill>
                  <a:srgbClr val="6B7280"/>
                </a:solidFill>
              </a:rPr>
              <a:t>assets/q05.jpg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FEDB2-0771-42CF-A06E-7B2AFB77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素材待替换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176D5-F7EF-4C56-B097-C9058D45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AC419-D4C4-4AC9-8212-AAE2279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童年照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1DADD-7728-4AA2-B91A-67101889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这是哪位老师小时候？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7478C-3683-4023-B0E4-C8F5BF95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6AC30-3D09-4E62-A0D7-DB3D367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24650-5947-4D08-B5A0-BEEC754B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BD8CA-2B57-4E32-883E-0ACA45F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B14E2-C8E2-43F4-9314-925C0B48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9F274-AF5B-4B2D-B696-382515D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3A25D-3F38-4851-92EF-2034A2EB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AFCCA-1770-4FB2-9CBC-408E5951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A5B06-F71F-475A-A4CF-1FF420D2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9AB09-6A4A-4D79-B009-8270EDFF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DE525-A309-4602-B676-334E6DC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938B6-1DE8-4A57-96E6-032D5B0C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5FFDC-9912-4D4A-8DC1-1472A21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4AE75-5692-4FF4-9494-6B297B68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00478-BC1B-4826-B8D2-6C8E8E21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F89C9F-6242-43F0-84C7-73711029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8825259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A65904-F651-4DA5-B92D-45492190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2A568-C9D4-4B02-BC35-9427A341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0E00A-6853-4AA1-B62D-38851236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9447957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35950-0D71-4FB4-837D-F35F4342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4CD59-9F7A-4A78-841F-A322746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660C5-A816-4E9D-8EE5-394AA1F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16452505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ED2C9-724D-46CB-B857-4342A086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AE460-4A68-48A0-A2F9-CEE74D40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Q5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1E1AF-91AF-4DA0-90F1-FEDE6BA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D458E-5B8C-44BE-B5B2-46456886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638BC-FAD9-4A8C-81FE-4C465FD1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04AC0-91A5-4144-8146-2083797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A｜候选1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2390A-2400-4ADC-9338-4079C4F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老师起立挥手认证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B4590-91FC-4BFB-94D8-800D25E2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21266-9013-4B98-9EC3-B6EA6D66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19322466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080F4-3195-440C-B287-8B3CF616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D8EBE-6DB9-4940-A0EA-1A8C1FB0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Q6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90208-6DCA-4C74-82EC-25AEAE50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1A508-0B19-4754-B5F2-09F69B21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A34D0-55F9-466E-BBD9-75A5A91A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388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330F-4492-42B4-BE86-C41B4B6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这句话替换成老师真实口头禅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058B1-88E3-43ED-B036-6B13F43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2597D-AAF5-47C8-9C92-C3DAB43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口头禅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CA804-61BE-44CF-BF31-7508D3F7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这句口头禅是谁说的？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3A2BF-DF80-4BB5-AAE6-99A4650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C5608-76AA-4B18-8FA9-5E7A7066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C6E6F-ED7F-4E62-90FC-FBB8B4DB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3D453-1BD1-4D39-925E-CA353B9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8B1C3-BA8C-4AFF-9611-9903E50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9E823-F85E-4190-A9F2-9D6F5EEE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2AF30-9BA7-4E5D-A49E-F3732425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B994E-6817-4E98-99E2-C3B9199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E73B9-9940-47E3-A9EC-17452312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03395-100C-4231-87A8-DE3147BE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62E27-4D29-4EA1-82D2-6D3BEA3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7260C-FB0D-484C-AD06-873E22F7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E09E6-7F03-4ED7-9030-CCEE709D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4781F-5D55-485B-9111-156A12D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23F78E-5C21-4328-A931-711DB048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C25D8-758D-4FA7-BC61-3460304A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10744767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94988-76FE-4D21-BBBF-8D2EC128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9432C-9057-431C-878C-D553B2BC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752E2-B76B-4CC3-9210-1F71AF2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13432035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2F452-5E32-4B86-BF60-4DB5923E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13B70-55F8-4B27-A1B8-4500090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48D8D-38D2-4CC5-B04B-EDB9878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17274147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E01A6-1944-4B5C-ABD7-45A96F6E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520B5-405C-4837-8F07-9B28EB96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Q6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027ED-8108-4CB7-8FFB-D03D6D63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C5E9E-1A27-4696-8F15-298716A8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A2564-7CAA-4420-AF54-4308BD31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040CA-C725-4A46-8338-6DD72D55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C｜候选3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11FEA-1D5E-4782-9521-2D12C378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老师现场原声复刻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AC8F3-283B-4342-98B1-73D71119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F6CCF-DCD7-4653-B506-9108C861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11438345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2861FF-3BC5-40A4-AB7E-47A42A10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CCD46-CE90-4F34-9129-EB41B4B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Q7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C5310-636C-42E2-AF21-15E3D603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F72CB-A8E7-4E17-BFCD-DDD55C4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A73D0-912F-454A-9A0A-D87B7556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382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38100">
            <a:solidFill>
              <a:srgbClr val="111111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26EB9-01F2-460B-BECC-10506562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B7280"/>
                </a:solidFill>
              </a:defRPr>
            </a:pPr>
            <a:r>
              <a:rPr sz="2400" b="1">
                <a:solidFill>
                  <a:srgbClr val="6B7280"/>
                </a:solidFill>
              </a:rPr>
              <a:t>assets/q07.jpg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42751-39A9-44D2-AAA0-882DB638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素材待替换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4C50D-6B87-48CB-AFA9-7A133F15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E5B89-BDD1-475D-A8A7-A0DE52F6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水杯/物品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5505C-731F-4E5E-B4BB-EF8C647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这个物品属于哪位老师？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026F1-B1F4-4924-B0B1-9EB1A1F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5C488-1A7A-4F2C-BF5E-F27712C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A5821-96B5-40DF-AC23-67071E6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79818-8FEE-4C09-A89A-9996A634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8E289-A41D-4301-AD49-4B1FC95D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D0131-35BC-4BDC-A8BA-E9D49192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CDA4F-8FC3-4278-BF1C-1C345D0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455DA-90C1-4802-B08E-64A25C00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2422C-4162-4041-9A2D-91E857B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7575B-6795-4FAD-B1A9-D6492AE6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0DA2E-4979-4520-A005-FB1FC262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61C73-3DA9-44D4-AAFC-B4445586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529D1-F313-466B-849E-4BEB1B94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CF950-E75A-4E23-B6E7-D6CF7BCF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19733-85B6-45C3-98E4-45CBCB2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E2A32-87F7-405B-9023-9B54FE56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17620153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14437-47C0-4737-AFAA-B437A1B8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07557-2107-4F97-8FA7-85E5D45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2E302-3B8C-4F39-9F3A-1AB920FE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131670317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2F3C13-0480-47CC-B4AC-E17BBBE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B6721-C9B8-4CC1-BF5B-EFE5BA0D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06DA9-0353-439B-8B63-20FED0A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2602586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080CAA-EE53-4C3F-B839-34E611AF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A2310-8664-49E0-A4C7-04E6687C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Q7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F5E08-1987-45D8-8E66-13C00456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F1066-1E50-478E-A53F-2D84AE41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73A71-8725-40E3-B1C5-0995D97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3974C-8C37-4721-991F-204443F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B｜候选2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F1CD9-9F8A-4E42-AC6E-3E1B76C2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老师举起同款物品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84CBF-F7FB-4A56-9CDE-B11EB2C2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8F0B8-B079-403C-86F3-9932A2DD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4264890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D6C59-E499-4DF9-AE70-232C4469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09A9D-F5EF-479A-B5FA-ADBC5E8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Q8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81DA3-B227-4785-8625-0369E5BD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F09C3-A4DE-46C1-98E4-339A7B8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BDD1A-50D4-426B-B7DD-CFF5607F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382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38100">
            <a:solidFill>
              <a:srgbClr val="111111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C024E-17A3-439B-A685-4200E24D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B7280"/>
                </a:solidFill>
              </a:defRPr>
            </a:pPr>
            <a:r>
              <a:rPr sz="2400" b="1">
                <a:solidFill>
                  <a:srgbClr val="6B7280"/>
                </a:solidFill>
              </a:rPr>
              <a:t>assets/q08.jpg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AE8B4-C644-4A9F-96EA-F56B27D3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素材待替换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2F477-80AD-43CA-98A0-B97E6147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A1EF5-DA8C-4DF7-9386-803D6B7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板书/便利贴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735E7-631D-4B41-A76C-F39ED909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这张板书/便利贴属于哪位老师？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A7BB5-4C18-4580-B433-03A26F1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5CB93-AE03-4E8D-A53C-AC255379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95D73-983A-457E-AF87-C5512213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283A1-1BF2-4A4C-830B-6D0A95E6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B3AFC-12B7-4F02-BBA6-87752BC3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8D779-8055-420D-A926-EE4A53E1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8B813-631C-40AD-BE65-C5E27C38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45399-6364-413E-BEA9-46B7585D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2F053-4DEC-409E-9F46-553E78CA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D7935-33D2-4050-9FE7-811E4A79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A5012-D8B2-4F07-AD8D-162015F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B79D6-97A1-4C3A-A7DB-C05CC57A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ED623-065A-494B-9C7C-84756ABA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30B0B-D8C2-4709-A3DC-5D67AEA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73DC4-EED6-4957-9412-ABA0EE39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678205-8986-4FE6-94C5-8A1827FC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199422201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752DA-845B-4D7B-9EE7-2FFF373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13F61-32BD-487B-9C3F-A80F403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539F1-5776-4842-85FF-99C43296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4734412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E0C7D-0FDA-4D77-8057-71256363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CD43B-9983-4647-BAA9-B8F7EB3A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7AB09-A311-41E9-B926-85C392E7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60553103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34C08-5EF3-478B-904D-6978CBA0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1722D-D166-4B4C-A9D8-FA264820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Q8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8A184-F33C-4D40-8198-A0C8819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本题1分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602D6-7814-4E69-8A92-B1CA9C28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2C095-9389-484C-A7C7-CB84C6F9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51881-716C-4DE0-BEB1-A59B4532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D｜候选4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85718-4C77-4C8B-8872-1D6A3969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老师站起来认领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A8327-0F17-4163-8627-AA6BD815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3D10B-87D4-4C54-860E-029E1249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20603631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1D2D0-E559-4D48-869C-86CFE07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BF4D2-4E15-448B-9957-FC5473E7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终极题前比分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D87DD-A644-41DA-BA3E-D7E42DBB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记分员报分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D6D82-E320-487A-A0D3-7B2BF17F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76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D92D20"/>
                </a:solidFill>
              </a:defRPr>
            </a:pPr>
            <a:r>
              <a:rPr sz="4650" b="1">
                <a:solidFill>
                  <a:srgbClr val="D92D20"/>
                </a:solidFill>
              </a:rPr>
              <a:t>红队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AEE0C-8745-4DA6-817A-BE6BEA65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76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蓝队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618C3-A092-4EAB-A866-07CBFE58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28575">
            <a:solidFill>
              <a:srgbClr val="D92D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C8A2-543B-430D-9A5B-2B21BC3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EC07D-F5B0-4125-B89B-EDB9797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D92D20"/>
                </a:solidFill>
              </a:defRPr>
            </a:pPr>
            <a:r>
              <a:rPr sz="4950" b="1">
                <a:solidFill>
                  <a:srgbClr val="D92D20"/>
                </a:solidFill>
              </a:rPr>
              <a:t>___ 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93E9C-6D55-44C5-A362-4F77897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563EB"/>
                </a:solidFill>
              </a:defRPr>
            </a:pPr>
            <a:r>
              <a:rPr sz="4950" b="1">
                <a:solidFill>
                  <a:srgbClr val="2563EB"/>
                </a:solidFill>
              </a:rPr>
              <a:t>___ 分</a:t>
            </a:r>
          </a:p>
        </p:txBody>
      </p:sp>
    </p:spTree>
    <p:extLst>
      <p:ext uri="{BB962C8B-B14F-4D97-AF65-F5344CB8AC3E}">
        <p14:creationId xmlns:p14="http://schemas.microsoft.com/office/powerpoint/2010/main" val="168547390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6DB8B-A47C-4F7B-9009-368D4EAC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1CC5-9129-41CA-AAA8-BC675443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Q9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0F275-FD64-49E7-8939-F4909E3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红队 0｜蓝队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91D64-5A04-4A2B-A506-1D2F986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762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D1DB9-0575-4B12-BECD-B23193C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382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38100">
            <a:solidFill>
              <a:srgbClr val="111111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FCCA6-675A-40AA-B1B4-0BFE3256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B7280"/>
                </a:solidFill>
              </a:defRPr>
            </a:pPr>
            <a:r>
              <a:rPr sz="2400" b="1">
                <a:solidFill>
                  <a:srgbClr val="6B7280"/>
                </a:solidFill>
              </a:rPr>
              <a:t>assets/q09.jpg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67E69-D668-4B2A-B273-6950A2DF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素材待替换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6D6F6-D281-44F8-8623-330531C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6920B-0447-4EF8-AA4C-18B022F3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2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终极题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49265-1986-4B28-8A5B-95CBD962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终极题：四张童年照分别是哪四位老师？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CD504-F21A-4779-862D-4A90827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24D9B-0FEF-49D0-8439-7C716FA1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8BD54-70F1-4CD3-A2B2-C85EBF8D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3AD6A-58A5-4945-9407-B3E44C1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4E4B9-B1C8-4292-935C-ADCBFDEF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18081-BB70-455B-8E52-4376E3E8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292E8-44F5-4F27-BD4B-589A3F1F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B94BB-5892-403B-8A98-3C1376AD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E85C8-3E08-4648-8254-2AB497C0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C7E92-3F9C-44EE-8CC4-2F8F1CE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047BE-5F52-4B59-8811-BAF2BD50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25A7D-8CE2-4059-8F72-18FEC94A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699A3-9238-4EB8-9E12-1226A073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59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E7E9F-B981-497D-80EE-6C87543C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E9A65-8135-404A-ADAC-66620E9A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9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90718-058C-42C2-9894-879CA09C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057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候选4</a:t>
            </a:r>
          </a:p>
        </p:txBody>
      </p:sp>
    </p:spTree>
    <p:extLst>
      <p:ext uri="{BB962C8B-B14F-4D97-AF65-F5344CB8AC3E}">
        <p14:creationId xmlns:p14="http://schemas.microsoft.com/office/powerpoint/2010/main" val="57762572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CB00E-C790-41C3-A07D-4751C82C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7FB91-2364-4802-BC10-20BF339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0"/>
            <a:ext cx="1219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0" b="1">
                <a:solidFill>
                  <a:srgbClr val="FFFFFF"/>
                </a:solidFill>
              </a:defRPr>
            </a:pPr>
            <a:r>
              <a:rPr sz="20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78BFE-E8AF-4025-9C26-0A58F61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59E0B"/>
                </a:solidFill>
              </a:defRPr>
            </a:pPr>
            <a:r>
              <a:rPr sz="4950" b="1">
                <a:solidFill>
                  <a:srgbClr val="F59E0B"/>
                </a:solidFill>
              </a:rPr>
              <a:t>准备抢话筒</a:t>
            </a:r>
          </a:p>
        </p:txBody>
      </p:sp>
    </p:spTree>
    <p:extLst>
      <p:ext uri="{BB962C8B-B14F-4D97-AF65-F5344CB8AC3E}">
        <p14:creationId xmlns:p14="http://schemas.microsoft.com/office/powerpoint/2010/main" val="20521112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730CF-4A68-458D-8B32-1B22797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7F289-C2F9-467A-A1B7-D037F924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F59E0B"/>
                </a:solidFill>
              </a:defRPr>
            </a:pPr>
            <a:r>
              <a:rPr sz="9600" b="1">
                <a:solidFill>
                  <a:srgbClr val="F59E0B"/>
                </a:solidFill>
              </a:rPr>
              <a:t>抢话筒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41CFB-8624-49CB-AF3F-29421678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先拿到话筒的一队先答</a:t>
            </a:r>
          </a:p>
        </p:txBody>
      </p:sp>
    </p:spTree>
    <p:extLst>
      <p:ext uri="{BB962C8B-B14F-4D97-AF65-F5344CB8AC3E}">
        <p14:creationId xmlns:p14="http://schemas.microsoft.com/office/powerpoint/2010/main" val="26997876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1E763-DFA2-4270-B9C0-497B673B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AD621-FEE3-4AD8-A0E6-0D3C49C2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Q9 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62CBF-F07C-4DBC-BBE0-3D066671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本题2分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F8DCA-0874-4356-9DAD-AFBE2516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556A7-079A-4D50-B975-06AF710D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B7280"/>
                </a:solidFill>
              </a:defRPr>
            </a:pPr>
            <a:r>
              <a:rPr sz="2850" b="1">
                <a:solidFill>
                  <a:srgbClr val="6B7280"/>
                </a:solidFill>
              </a:rPr>
              <a:t>公布答案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1F374-9F52-42E9-A07C-66FE7CC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92D20"/>
                </a:solidFill>
              </a:defRPr>
            </a:pPr>
            <a:r>
              <a:rPr sz="6900" b="1">
                <a:solidFill>
                  <a:srgbClr val="D92D20"/>
                </a:solidFill>
              </a:rPr>
              <a:t>全对得2分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4B24D-39F1-44D6-BDF2-796950A3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四位老师一起认证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0EF2F-03C4-44CD-9A4A-C9B4A3F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176EF-8FF6-4CFA-B480-06E4F81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请老师现场认证</a:t>
            </a:r>
          </a:p>
        </p:txBody>
      </p:sp>
    </p:spTree>
    <p:extLst>
      <p:ext uri="{BB962C8B-B14F-4D97-AF65-F5344CB8AC3E}">
        <p14:creationId xmlns:p14="http://schemas.microsoft.com/office/powerpoint/2010/main" val="154761047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AE211-C8FF-4383-8E6F-5365E721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老师鉴定局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82D0B-0DED-4998-AC82-F4C360E6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7280"/>
                </a:solidFill>
              </a:defRPr>
            </a:pPr>
            <a:r>
              <a:rPr sz="1950" b="1">
                <a:solidFill>
                  <a:srgbClr val="6B7280"/>
                </a:solidFill>
              </a:rPr>
              <a:t>最终比分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67613-57C0-4622-ABC8-2A81ED5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记分员报分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70F34-DC81-485C-934F-8E383796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76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D92D20"/>
                </a:solidFill>
              </a:defRPr>
            </a:pPr>
            <a:r>
              <a:rPr sz="4650" b="1">
                <a:solidFill>
                  <a:srgbClr val="D92D20"/>
                </a:solidFill>
              </a:rPr>
              <a:t>红队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BC1AE-1034-4EA8-A003-24779402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76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蓝队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35B9A-9A51-4D9C-ADC2-1B84630E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28575">
            <a:solidFill>
              <a:srgbClr val="D92D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670C5-5819-41CC-A1AA-F6EDEE1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C838F-62DB-40C7-BDE9-D0C75947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D92D20"/>
                </a:solidFill>
              </a:defRPr>
            </a:pPr>
            <a:r>
              <a:rPr sz="4950" b="1">
                <a:solidFill>
                  <a:srgbClr val="D92D20"/>
                </a:solidFill>
              </a:rPr>
              <a:t>___ 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8CB61-1288-48D1-940B-6CA5B7C2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563EB"/>
                </a:solidFill>
              </a:defRPr>
            </a:pPr>
            <a:r>
              <a:rPr sz="4950" b="1">
                <a:solidFill>
                  <a:srgbClr val="2563EB"/>
                </a:solidFill>
              </a:rPr>
              <a:t>___ 分</a:t>
            </a:r>
          </a:p>
        </p:txBody>
      </p:sp>
    </p:spTree>
    <p:extLst>
      <p:ext uri="{BB962C8B-B14F-4D97-AF65-F5344CB8AC3E}">
        <p14:creationId xmlns:p14="http://schemas.microsoft.com/office/powerpoint/2010/main" val="1494599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0" dist="67352" dir="2700000">
              <a:srgbClr val="111111"/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2026-07-02T04:54:46.6130000Z</dcterms:created>
  <dcterms:modified xsi:type="dcterms:W3CDTF">2026-07-02T04:54:46.6130000Z</dcterms:modified>
</coreProperties>
</file>